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011680"/>
            <a:ext cx="5029200" cy="5029200"/>
          </a:xfrm>
          <a:prstGeom prst="ellipse">
            <a:avLst/>
          </a:prstGeom>
          <a:solidFill>
            <a:srgbClr val="1C7CA5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28655" y="4480560"/>
            <a:ext cx="2926080" cy="2926080"/>
          </a:xfrm>
          <a:prstGeom prst="ellipse">
            <a:avLst/>
          </a:prstGeom>
          <a:solidFill>
            <a:srgbClr val="E5B23C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ҰРПАҚТАРЫ · ГРАНТ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Tarixi-Timeline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Қазақстан тарихы мен әдебиетін зерттеуге арналған интерактивті білім беру платформасы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41248" y="4297680"/>
            <a:ext cx="56692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3054096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4187952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3" name="Shape 11"/>
          <p:cNvSpPr/>
          <p:nvPr/>
        </p:nvSpPr>
        <p:spPr>
          <a:xfrm>
            <a:off x="645566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Бағыт: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Ақпараттық технологиялар (EdTech)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сомасы: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3 000 000 теңге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Bekassyl Karazhan · ҚР ПІБ МТҚБ Инженерлік орталығының бас бағдарламашысы, техника ғылымдарының магистрі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МӘСЕЛЕ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 жаттауға айналды, түсінуге емес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Қазіргі мектептегі Қазақстан тарихы мен әдебиетін оқыту негізінен даталар мен фактілерді механикалық жаттауға бағытталған. Бұл пәнді үстірт қабылдауды қалыптастырады және оқушылардың қызығушылығын төмендетеді.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5532120" cy="54864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5532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Басты кемшілік - эмпатиялық байланыстың жоқтығы.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Оқушылар тарихи тұлғаларды мінезі мен дәуір контексі бар нақты адамдар ретінде емес, оқулықтағы дерексіз есімдер ретінде қабылдайды.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46520" y="1691640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20840" y="2075688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185416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0" y="1947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Жаттау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498080" y="2404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белсенді ойлаудың орнына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46520" y="3182112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20840" y="3566160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367588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34381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Төмен қызығушылық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38953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ұлттық тарихқа деген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46520" y="4672584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20840" y="5056632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51663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49286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Фрагментті білім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53858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жүйелі түсініктің орнына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Оқудан - сұхбатқа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«Tarixi-Timeline» платформасы екі құралды біріктіреді және оқуды пассивті оқу режимінен белсенді коммуникация режиміне көшіреді.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327355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Интерактивті хронологиялық таймлайн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5156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оқиғаларды, даталар мен әдеби дәуірлерді көрнекі әрі құрылымды түрде ұсынады. Оқушы уақыт осінде еркін шарлап, тұлғалар мен оқиғалардың өзара байланысын көреді.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3" name="Shape 10"/>
          <p:cNvSpPr/>
          <p:nvPr/>
        </p:nvSpPr>
        <p:spPr>
          <a:xfrm>
            <a:off x="672084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3273552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2084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Тарихи тұлғалармен ИИ-чат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72084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Генеративті тіл модельдері (LLM) негізінде Қазақстанның тарихи тұлғаларының виртуалды бейнелерімен тірі диалог. Әр агент дәуірге сай мінез бен дәйектілікке ие.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 · ҚАЛАЙ ЖҰМЫС ІСТЕЙДІ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Үш қадамда - тарихпен жанды байланыс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108960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696" y="2414016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Таймлайнды ашу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 дәуірді немесе оқиғаны таңдайды. Даталар, тұлғалар мен әдеби кезеңдер бір көрнекі осьте.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61688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36008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6830568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414016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Тұлғамен сөйлесу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Әл-Фараби, Абай немесе хан-билермен ИИ арқылы сұхбаттасады - нақты адаммен сөйлескендей.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57616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10552176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2" y="2414016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57616" y="3063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Терең түсіну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8357616" y="36576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Эмоциялық тартылыс білімді есте сақтауды арттырады, тарихи ойлауды қалыптастырады.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868680" y="5943600"/>
            <a:ext cx="10424160" cy="0"/>
          </a:xfrm>
          <a:prstGeom prst="line">
            <a:avLst/>
          </a:prstGeom>
          <a:noFill/>
          <a:ln w="25400">
            <a:solidFill>
              <a:srgbClr val="C996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38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4" name="Shape 19"/>
          <p:cNvSpPr/>
          <p:nvPr/>
        </p:nvSpPr>
        <p:spPr>
          <a:xfrm>
            <a:off x="25511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5" name="Shape 20"/>
          <p:cNvSpPr/>
          <p:nvPr/>
        </p:nvSpPr>
        <p:spPr>
          <a:xfrm>
            <a:off x="428853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6" name="Shape 21"/>
          <p:cNvSpPr/>
          <p:nvPr/>
        </p:nvSpPr>
        <p:spPr>
          <a:xfrm>
            <a:off x="602589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325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8" name="Shape 23"/>
          <p:cNvSpPr/>
          <p:nvPr/>
        </p:nvSpPr>
        <p:spPr>
          <a:xfrm>
            <a:off x="95006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9" name="Shape 24"/>
          <p:cNvSpPr/>
          <p:nvPr/>
        </p:nvSpPr>
        <p:spPr>
          <a:xfrm>
            <a:off x="112379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30" name="Text 25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Таймлайн және детальді ақпарат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46504"/>
            <a:ext cx="6839712" cy="387934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scree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766560" cy="38061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530727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3530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529584" y="227468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9584" y="22746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47565" y="326429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47565" y="32642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67912" y="5167389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5167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Сүзгілер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359152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8" name="Text 15"/>
          <p:cNvSpPr/>
          <p:nvPr/>
        </p:nvSpPr>
        <p:spPr>
          <a:xfrm>
            <a:off x="2359152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70048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Дәуірлер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059936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1" name="Text 18"/>
          <p:cNvSpPr/>
          <p:nvPr/>
        </p:nvSpPr>
        <p:spPr>
          <a:xfrm>
            <a:off x="4059936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370832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Тұлғалар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760720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071616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Миникарта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77240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ПАНЕЛЬ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781544" y="2157984"/>
            <a:ext cx="2862072" cy="425653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8" name="Image 1" descr="/Users/bekas/Developer/tarixi-timeline/grant-presentation/crop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194560"/>
            <a:ext cx="2788920" cy="418338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818120" y="65151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ақпаратта ИИ-чатты ашатын арнайы батырма орналасқан.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· ИННОВАЦИЯ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Тарихи тұлғалармен ИИ-сұхбат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46504"/>
            <a:ext cx="6291072" cy="357073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screen-cha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217920" cy="34975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721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Толық экран режиміндегі чат интерфейсі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278624" y="1746504"/>
            <a:ext cx="4187952" cy="418795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Users/bekas/Developer/tarixi-timeline/grant-presentation/chat-mod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83080"/>
            <a:ext cx="4114800" cy="4114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0" y="61722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Эмпатиялық терең ену - платформаның басты ерекшелігі. Оқушылар тұлғамен нақты адаммен сөйлескендей әңгімелеседі.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МАҚСАТТЫ АУДИТОРИЯ ЖӘНЕ ӘЛЕУМЕТТІК МАҢЫЗДЫЛЫҚ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«Тәуелсіздік ұрпақтары» миссиясымен үндес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Оқушылар мен студенттер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пен әдебиетке қызығатын жастар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1488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Қосымша білім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81728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және әдебиет бойынша курстар, орталықтар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3336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1488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788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Мұғалімдер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03336" y="32461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Сабақты қызықты өткізудің цифрлық құралы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10881360" cy="2011680"/>
          </a:xfrm>
          <a:prstGeom prst="rect">
            <a:avLst/>
          </a:prstGeom>
          <a:solidFill>
            <a:srgbClr val="1C7CA5">
              <a:alpha val="70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914400" y="44805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608576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44165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Азаматтық бірегейлік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4389120" y="44988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572000" y="44165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тұлғалармен эмпатиялық байланыс азаматтық сана-сезімді қалыптастырады.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914400" y="53949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522976"/>
            <a:ext cx="338328" cy="33832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3309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Мәдени сабақтастық</a:t>
            </a:r>
            <a:endParaRPr lang="en-US" sz="1650" dirty="0"/>
          </a:p>
        </p:txBody>
      </p:sp>
      <p:sp>
        <p:nvSpPr>
          <p:cNvPr id="28" name="Shape 21"/>
          <p:cNvSpPr/>
          <p:nvPr/>
        </p:nvSpPr>
        <p:spPr>
          <a:xfrm>
            <a:off x="4389120" y="54132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572000" y="53309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ұрпағын ұлттық құндылықтар мен тарихи жадпен жалғастырады.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ТЕХНИКАЛЫҚ ІСКЕ АСЫРУ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Сенімді инженерлік негіз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6771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Заманауи веб-технологиялар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96596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және SOLID принциптері. MVP үшін домендік бөлінісі бар модульді монолит.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267712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1965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Сенімді ДҚБЖ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543800" y="2350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деректермен жұмыстың домендік логикасы реляциялық дерекқормен инкапсуляцияланған.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3867912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интеграциясы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6596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/ Groq API жеке инфрақұрылым қабатында - vendor lock-in минималды, миграция оңай.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867912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3566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Масштабталу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543800" y="3950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API; жүктеме өскенде микросервистік архитектураға дейін кеңейтуге есептелген.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25" name="Shape 19"/>
          <p:cNvSpPr/>
          <p:nvPr/>
        </p:nvSpPr>
        <p:spPr>
          <a:xfrm>
            <a:off x="960120" y="5349240"/>
            <a:ext cx="640080" cy="640080"/>
          </a:xfrm>
          <a:prstGeom prst="ellipse">
            <a:avLst/>
          </a:prstGeom>
          <a:solidFill>
            <a:srgbClr val="E5B2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424" y="5495544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83080" y="5212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ҚР ПІБ МТҚБ Инженерлік орталығының бас бағдарламашысы, техника ғылымдарының магистрі. ПО әзірлеудің толық циклін басқару тәжірибесі.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ШЫҒЫНДАР СМЕТАСЫ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Грант бюджеті - 3 000 000 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937760" cy="4206240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ЖАЛПЫ БЮДЖЕТ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3 000 000 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6012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бағыт бойынша бөлінген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206240"/>
            <a:ext cx="716280" cy="50292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" y="4206240"/>
            <a:ext cx="859536" cy="50292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10" name="Shape 8"/>
          <p:cNvSpPr/>
          <p:nvPr/>
        </p:nvSpPr>
        <p:spPr>
          <a:xfrm>
            <a:off x="2535936" y="4206240"/>
            <a:ext cx="1002792" cy="50292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3538728" y="4206240"/>
            <a:ext cx="429768" cy="50292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4206240"/>
            <a:ext cx="573024" cy="50292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541520" y="4206240"/>
            <a:ext cx="286512" cy="50292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14" name="Shape 12"/>
          <p:cNvSpPr/>
          <p:nvPr/>
        </p:nvSpPr>
        <p:spPr>
          <a:xfrm>
            <a:off x="4828032" y="4206240"/>
            <a:ext cx="429768" cy="50292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206240"/>
            <a:ext cx="4297680" cy="502920"/>
          </a:xfrm>
          <a:prstGeom prst="rect">
            <a:avLst/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Әзірлеу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API/лиц.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Инфрақұрылым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97880" y="1783080"/>
            <a:ext cx="164592" cy="45720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Бұлттық инфрақұрылым, хостинг, серверлер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500 000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2350008"/>
            <a:ext cx="164592" cy="45720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500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Жазылымдар, лицензиялар, API-қызметтер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0" y="2350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600 000 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97880" y="2916936"/>
            <a:ext cx="164592" cy="4572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24" name="Text 22"/>
          <p:cNvSpPr/>
          <p:nvPr/>
        </p:nvSpPr>
        <p:spPr>
          <a:xfrm>
            <a:off x="6199632" y="2916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әзірлеу қызметтері (мердігерлік)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241280" y="2916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700 000 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97880" y="3483864"/>
            <a:ext cx="164592" cy="45720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27" name="Text 25"/>
          <p:cNvSpPr/>
          <p:nvPr/>
        </p:nvSpPr>
        <p:spPr>
          <a:xfrm>
            <a:off x="6199632" y="34838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интерфейс дизайны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41280" y="34838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4050792"/>
            <a:ext cx="164592" cy="45720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30" name="Text 28"/>
          <p:cNvSpPr/>
          <p:nvPr/>
        </p:nvSpPr>
        <p:spPr>
          <a:xfrm>
            <a:off x="6199632" y="4050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 жылжыту, медиаконтент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241280" y="4050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400 000 ₸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97880" y="4617720"/>
            <a:ext cx="164592" cy="45720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4617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Заңды-ұйымдастырушылық сүйемелдеу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24128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200 000 ₸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5184648"/>
            <a:ext cx="164592" cy="45720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36" name="Text 34"/>
          <p:cNvSpPr/>
          <p:nvPr/>
        </p:nvSpPr>
        <p:spPr>
          <a:xfrm>
            <a:off x="6199632" y="5184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Өзге (күтпеген) шығындар - резерв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897880" y="5769864"/>
            <a:ext cx="5715000" cy="0"/>
          </a:xfrm>
          <a:prstGeom prst="line">
            <a:avLst/>
          </a:prstGeom>
          <a:noFill/>
          <a:ln w="19050">
            <a:solidFill>
              <a:srgbClr val="E5B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9632" y="58430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БАРЛЫҒЫ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058400" y="58430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9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3 000 000 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1C7CA5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 ЖӘНЕ БОЛАШАҚ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MVP-ден ұлттық платформаға дейін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645920" y="2286000"/>
            <a:ext cx="88696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454761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8" name="Shape 6"/>
          <p:cNvSpPr/>
          <p:nvPr/>
        </p:nvSpPr>
        <p:spPr>
          <a:xfrm>
            <a:off x="750417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046073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1-кезең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Іргетас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Архитектура, ДҚ,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таймлайн ядросы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360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5" name="Text 13"/>
          <p:cNvSpPr/>
          <p:nvPr/>
        </p:nvSpPr>
        <p:spPr>
          <a:xfrm>
            <a:off x="350520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2-кезең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0520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ИИ-чат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0520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интеграциясы,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агенттер контексі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4016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3-кезең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176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6176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мобильді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бейімдеу, тестілеу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39672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4-кезең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41832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Іске қосу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алғашқы аудитория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206240"/>
            <a:ext cx="10908792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43484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4562856"/>
            <a:ext cx="338328" cy="338328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43434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Келесі маңызды қадам: Интерактивті тарихи карта</a:t>
            </a:r>
            <a:endParaRPr lang="en-US" sz="1650" dirty="0"/>
          </a:p>
        </p:txBody>
      </p:sp>
      <p:sp>
        <p:nvSpPr>
          <p:cNvPr id="30" name="Text 27"/>
          <p:cNvSpPr/>
          <p:nvPr/>
        </p:nvSpPr>
        <p:spPr>
          <a:xfrm>
            <a:off x="169164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Кеңістік пен уақыт синхроны. Таймлайндағы ползунокты жылжыту арқылы картадағы шекаралардың өзгеруін бақылау. Оқиғаны, оның орналасқан жерін және ИИ-тұлғаның пікірін бір жүйеде біріктіру.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0080" y="5577840"/>
            <a:ext cx="10908792" cy="9144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32" name="Text 29"/>
          <p:cNvSpPr/>
          <p:nvPr/>
        </p:nvSpPr>
        <p:spPr>
          <a:xfrm>
            <a:off x="960120" y="5623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Тарихты жаттатпай, сүйдіретін платформа.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60120" y="6035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ұрпақты тәуелсіздік тарихымен жалғастырамыз.</a:t>
            </a:r>
            <a:endParaRPr lang="en-US" sz="14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5797296"/>
            <a:ext cx="256032" cy="25603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827532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bekasyl.kar@gmail.com</a:t>
            </a:r>
            <a:endParaRPr lang="en-US" sz="1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6163056"/>
            <a:ext cx="256032" cy="256032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275320" y="6126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github.com/bekarazhan/tarixi-timeline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Tarixi-Timeline - Тәуелсіздік ұрпақтары</dc:title>
  <dc:subject>PptxGenJS Presentation</dc:subject>
  <dc:creator>Bekassyl Karazhan</dc:creator>
  <cp:lastModifiedBy>Bekassyl Karazhan</cp:lastModifiedBy>
  <cp:revision>1</cp:revision>
  <dcterms:created xsi:type="dcterms:W3CDTF">2026-06-21T15:59:37Z</dcterms:created>
  <dcterms:modified xsi:type="dcterms:W3CDTF">2026-06-21T15:59:37Z</dcterms:modified>
</cp:coreProperties>
</file>