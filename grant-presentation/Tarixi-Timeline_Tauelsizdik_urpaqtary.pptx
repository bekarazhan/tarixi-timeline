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011680"/>
            <a:ext cx="5029200" cy="50292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28655" y="4480560"/>
            <a:ext cx="2926080" cy="2926080"/>
          </a:xfrm>
          <a:prstGeom prst="ellipse">
            <a:avLst/>
          </a:prstGeom>
          <a:solidFill>
            <a:srgbClr val="E6B94A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ҰРПАҚТАРЫ · ГРАНТ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Tarixi-Timeline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Қазақстан тарихын әлемдік тарих пен жаһандық мәдени контексте көрсетіп, тарихи тұлғалармен ЖИ-сұхбат арқылы жақындататын интерактивті платформа.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41248" y="4297680"/>
            <a:ext cx="5669280" cy="0"/>
          </a:xfrm>
          <a:prstGeom prst="line">
            <a:avLst/>
          </a:prstGeom>
          <a:noFill/>
          <a:ln w="25400">
            <a:solidFill>
              <a:srgbClr val="E6B9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0" name="Shape 8"/>
          <p:cNvSpPr/>
          <p:nvPr/>
        </p:nvSpPr>
        <p:spPr>
          <a:xfrm>
            <a:off x="3054096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1" name="Shape 9"/>
          <p:cNvSpPr/>
          <p:nvPr/>
        </p:nvSpPr>
        <p:spPr>
          <a:xfrm>
            <a:off x="4187952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55664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Бағыт:  </a:t>
            </a:r>
            <a:pPr indent="0" marL="0">
              <a:buNone/>
            </a:pPr>
            <a:r>
              <a:rPr lang="en-US" sz="15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Ақпараттық технологиялар (EdTech)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сомасы:  </a:t>
            </a:r>
            <a:pPr indent="0" marL="0">
              <a:buNone/>
            </a:pPr>
            <a:r>
              <a:rPr lang="en-US" sz="15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3 000 000 теңге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Bekassyl Karazhan · ҚР ПІБ МТҚБ Инженерлік орталығының бас бағдарламашысы, техника ғылымдарының магистрі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МӘСЕЛЕ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 жаттауға айналды, түсінуге емес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532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Қазіргі мектептегі Қазақстан тарихын оқыту негізінен даталар мен фактілерді механикалық жаттауға бағытталған. Бұл пәнді үстірт қабылдауды қалыптастырады және оқушылардың қызығушылығын төмендетеді.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03320"/>
            <a:ext cx="5532120" cy="54864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5532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Басты кемшілік — эмпатиялық байланыстың жоқтығы.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Оқушылар тарихи тұлғаларды мінезі мен дәуір контексі бар нақты адамдар ретінде емес, оқулықтағы дерексіз есімдер ретінде қабылдайды.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46520" y="1691640"/>
            <a:ext cx="5074920" cy="13258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20840" y="2075688"/>
            <a:ext cx="566928" cy="56692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3911" y="2228759"/>
            <a:ext cx="260787" cy="2607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0" y="1947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Жаттау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498080" y="2404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белсенді ойлаудың орнына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46520" y="3182112"/>
            <a:ext cx="5074920" cy="13258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20840" y="3566160"/>
            <a:ext cx="566928" cy="56692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911" y="37192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34381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Төмен қызығушылық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38953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ұлттық тарихқа деген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46520" y="4672584"/>
            <a:ext cx="5074920" cy="13258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20840" y="5056632"/>
            <a:ext cx="566928" cy="56692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911" y="5209703"/>
            <a:ext cx="260787" cy="26078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49286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Фрагментті білім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53858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жүйелі түсініктің орнына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ШЕШІМ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Оқудан — сұхбатқа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«Tarixi-Timeline» платформасы екі құралды біріктіреді және оқуды пассивті оқу режимінен белсенді коммуникация режиміне көшіреді.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394960" cy="329184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5394960" cy="109728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063240"/>
            <a:ext cx="868680" cy="8686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6104" y="3297784"/>
            <a:ext cx="399593" cy="3995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Интерактивті хронологиялық таймлайн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5156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оқиғаларды, даталар мен әдеби дәуірлерді көрнекі әрі құрылымды түрде ұсынады. Оқушы уақыт осінде еркін шарлап, тұлғалар мен оқиғалардың өзара байланысын көреді.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9360" y="2606040"/>
            <a:ext cx="5394960" cy="329184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2606040"/>
            <a:ext cx="5394960" cy="109728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13" name="Shape 10"/>
          <p:cNvSpPr/>
          <p:nvPr/>
        </p:nvSpPr>
        <p:spPr>
          <a:xfrm>
            <a:off x="6720840" y="3063240"/>
            <a:ext cx="868680" cy="8686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3297784"/>
            <a:ext cx="399593" cy="3995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2084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Тарихи тұлғалармен ЖИ-сұхбат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72084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Генеративті тіл модельдері (LLM) негізінде Қазақстанның тарихи тұлғаларының виртуалды бейнелерімен тірі диалог. Әр агент дәуірге сай мінез бен дәйектілікке ие.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ӨНІМ · ҚАЛАЙ ЖҰМЫС ІСТЕЙДІ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Үш қадамда — тарихпен жанды байланыс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33832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64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108960" y="2240280"/>
            <a:ext cx="749808" cy="74980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408" y="2442728"/>
            <a:ext cx="344912" cy="344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Таймлайнды ашу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 дәуірді немесе оқиғаны таңдайды. Даталар, тұлғалар мен әдеби кезеңдер бір көрнекі осьте.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61688" y="1920240"/>
            <a:ext cx="3520440" cy="33832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36008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64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6830568" y="2240280"/>
            <a:ext cx="749808" cy="74980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016" y="2442728"/>
            <a:ext cx="344912" cy="344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Тұлғамен сөйлесу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Әл-Фараби, Абай немесе хан-билермен ЖИ арқылы сұхбаттасады - нақты адаммен сөйлескендей.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1920240"/>
            <a:ext cx="3520440" cy="33832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357616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64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Shape 14"/>
          <p:cNvSpPr/>
          <p:nvPr/>
        </p:nvSpPr>
        <p:spPr>
          <a:xfrm>
            <a:off x="10552176" y="2240280"/>
            <a:ext cx="749808" cy="74980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624" y="2442728"/>
            <a:ext cx="344912" cy="3449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57616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Терең түсіну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8357616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Эмоциялық тартылыс білімді есте сақтауды арттырады, тарихи ойлауды қалыптастырады.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868680" y="5943600"/>
            <a:ext cx="10424160" cy="0"/>
          </a:xfrm>
          <a:prstGeom prst="line">
            <a:avLst/>
          </a:prstGeom>
          <a:noFill/>
          <a:ln w="25400">
            <a:solidFill>
              <a:srgbClr val="E6B94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381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4" name="Shape 19"/>
          <p:cNvSpPr/>
          <p:nvPr/>
        </p:nvSpPr>
        <p:spPr>
          <a:xfrm>
            <a:off x="255117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5" name="Shape 20"/>
          <p:cNvSpPr/>
          <p:nvPr/>
        </p:nvSpPr>
        <p:spPr>
          <a:xfrm>
            <a:off x="428853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02589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325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8" name="Shape 23"/>
          <p:cNvSpPr/>
          <p:nvPr/>
        </p:nvSpPr>
        <p:spPr>
          <a:xfrm>
            <a:off x="950061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9" name="Shape 24"/>
          <p:cNvSpPr/>
          <p:nvPr/>
        </p:nvSpPr>
        <p:spPr>
          <a:xfrm>
            <a:off x="1123797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30" name="Text 25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Таймлайн және детальді ақпарат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" y="1741932"/>
            <a:ext cx="6848856" cy="3888486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pic>
        <p:nvPicPr>
          <p:cNvPr id="5" name="Image 0" descr="/Users/bekas/Developer/tarixi-timeline/grant-presentation/scree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766560" cy="38061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530727"/>
            <a:ext cx="310896" cy="310896"/>
          </a:xfrm>
          <a:prstGeom prst="ellipse">
            <a:avLst/>
          </a:prstGeom>
          <a:solidFill>
            <a:srgbClr val="E6B94A"/>
          </a:solidFill>
          <a:ln w="19050">
            <a:solidFill>
              <a:srgbClr val="F5F6F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35307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529584" y="2274684"/>
            <a:ext cx="310896" cy="310896"/>
          </a:xfrm>
          <a:prstGeom prst="ellipse">
            <a:avLst/>
          </a:prstGeom>
          <a:solidFill>
            <a:srgbClr val="E6B94A"/>
          </a:solidFill>
          <a:ln w="19050">
            <a:solidFill>
              <a:srgbClr val="F5F6F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29584" y="22746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47565" y="3264294"/>
            <a:ext cx="310896" cy="310896"/>
          </a:xfrm>
          <a:prstGeom prst="ellipse">
            <a:avLst/>
          </a:prstGeom>
          <a:solidFill>
            <a:srgbClr val="E6B94A"/>
          </a:solidFill>
          <a:ln w="19050">
            <a:solidFill>
              <a:srgbClr val="F5F6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47565" y="32642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67912" y="5167389"/>
            <a:ext cx="310896" cy="310896"/>
          </a:xfrm>
          <a:prstGeom prst="ellipse">
            <a:avLst/>
          </a:prstGeom>
          <a:solidFill>
            <a:srgbClr val="E6B94A"/>
          </a:solidFill>
          <a:ln w="19050">
            <a:solidFill>
              <a:srgbClr val="F5F6F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5167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5797296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Сүзгілер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2359152" y="5797296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8" name="Text 15"/>
          <p:cNvSpPr/>
          <p:nvPr/>
        </p:nvSpPr>
        <p:spPr>
          <a:xfrm>
            <a:off x="2359152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670048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Дәуірлер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059936" y="5797296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1" name="Text 18"/>
          <p:cNvSpPr/>
          <p:nvPr/>
        </p:nvSpPr>
        <p:spPr>
          <a:xfrm>
            <a:off x="4059936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370832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Тұлғалар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760720" y="5797296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0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071616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Миникарта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77240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ПАНЕЛЬ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776972" y="2153412"/>
            <a:ext cx="2871216" cy="3527432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pic>
        <p:nvPicPr>
          <p:cNvPr id="28" name="Image 1" descr="/Users/bekas/Developer/tarixi-timeline/grant-presentation/crop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194560"/>
            <a:ext cx="2788920" cy="344513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772400" y="5749424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Объектіні таңдағанда фото, сипаттама және ЖИ-сұхбатты ашатын «Поговорить» батырмасы көрінеді.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· ИННОВАЦИЯ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Тарихи тұлғалармен ЖИ-сұхбат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" y="1696212"/>
            <a:ext cx="3168396" cy="4197096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pic>
        <p:nvPicPr>
          <p:cNvPr id="5" name="Image 0" descr="/Users/bekas/Developer/tarixi-timeline/grant-presentation/chat-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30861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961888"/>
            <a:ext cx="41833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Нақты экран — Әл-Фарабимен қазақша диалог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66260" y="1828800"/>
            <a:ext cx="715792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Эмпатиялық терең ену — платформаның басты ерекшелігі. Оқушы тарихи тұлғамен нақты адаммен сөйлескендей сұхбаттасады, бұл білімді есте сақтауды күшейтеді.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66260" y="3246120"/>
            <a:ext cx="640080" cy="6400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082" y="3418942"/>
            <a:ext cx="294437" cy="29443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34940" y="322783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Дәуірге дәйекті ЖИ-агенттер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234940" y="361188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Әр тұлғаның мінезі, білімі мен дәуір контексі сақталады.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66260" y="4206240"/>
            <a:ext cx="640080" cy="6400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082" y="4379062"/>
            <a:ext cx="294437" cy="29443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34940" y="418795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Қазақ және орыс тілінде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234940" y="457200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Оқушының тіліне қарай табиғи түрде жауап береді.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366260" y="5166360"/>
            <a:ext cx="640080" cy="6400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082" y="5339182"/>
            <a:ext cx="294437" cy="29443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34940" y="514807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Белсенді коммуникация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234940" y="553212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Пассивті оқуға қарағанда ақпарат әлдеқайда жақсы бекиді.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МАҚСАТТЫ АУДИТОРИЯ ЖӘНЕ ӘЛЕУМЕТТІК МАҢЫЗДЫЛЫҚ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«Тәуелсіздік ұрпақтары» миссиясымен үндес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1031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777240" cy="77724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975" y="2175815"/>
            <a:ext cx="357530" cy="3575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Оқушылар мен студенттер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пен мәдениетке қызығатын жастар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1688" y="1737360"/>
            <a:ext cx="3520440" cy="21031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81728" y="1965960"/>
            <a:ext cx="777240" cy="77724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583" y="2175815"/>
            <a:ext cx="357530" cy="3575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81728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Қосымша білім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81728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бойынша курстар мен орталықтар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21031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3336" y="1965960"/>
            <a:ext cx="777240" cy="77724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191" y="2175815"/>
            <a:ext cx="357530" cy="3575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Мұғалімдер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03336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Сабақты қызықты өткізудің цифрлық құралы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10881360" cy="2011680"/>
          </a:xfrm>
          <a:prstGeom prst="rect">
            <a:avLst/>
          </a:prstGeom>
          <a:solidFill>
            <a:srgbClr val="141826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480560"/>
            <a:ext cx="594360" cy="5943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877" y="4641037"/>
            <a:ext cx="273406" cy="27340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44165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Азаматтық бірегейлік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4389120" y="4498848"/>
            <a:ext cx="0" cy="548640"/>
          </a:xfrm>
          <a:prstGeom prst="line">
            <a:avLst/>
          </a:prstGeom>
          <a:noFill/>
          <a:ln w="12700">
            <a:solidFill>
              <a:srgbClr val="2E3447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572000" y="44165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тұлғалармен эмпатиялық байланыс азаматтық сана-сезімді қалыптастырады.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914400" y="5394960"/>
            <a:ext cx="594360" cy="5943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877" y="5555437"/>
            <a:ext cx="273406" cy="27340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3309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Мәдени сабақтастық</a:t>
            </a:r>
            <a:endParaRPr lang="en-US" sz="1650" dirty="0"/>
          </a:p>
        </p:txBody>
      </p:sp>
      <p:sp>
        <p:nvSpPr>
          <p:cNvPr id="28" name="Shape 21"/>
          <p:cNvSpPr/>
          <p:nvPr/>
        </p:nvSpPr>
        <p:spPr>
          <a:xfrm>
            <a:off x="4389120" y="5413248"/>
            <a:ext cx="0" cy="548640"/>
          </a:xfrm>
          <a:prstGeom prst="line">
            <a:avLst/>
          </a:prstGeom>
          <a:noFill/>
          <a:ln w="12700">
            <a:solidFill>
              <a:srgbClr val="2E3447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572000" y="53309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ұрпағын ұлттық құндылықтар мен тарихи жадпен жалғастырады.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ТЕХНИКАЛЫҚ ІСКЕ АСЫРУ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Сенімді инженерлік негіз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14173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822960" cy="8229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599" y="2297887"/>
            <a:ext cx="378562" cy="3785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1965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Заманауи веб-технологиялар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965960" y="2350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және SOLID принциптері. MVP үшін домендік бөлінісі бар модульді монолит.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14173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75688"/>
            <a:ext cx="822960" cy="8229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297887"/>
            <a:ext cx="378562" cy="3785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1965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Сенімді ДҚБЖ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543800" y="2350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деректермен жұмыстың домендік логикасы реляциялық дерекқормен инкапсуляцияланған.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5303520" cy="14173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3675888"/>
            <a:ext cx="822960" cy="8229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599" y="3898087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интеграциясы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965960" y="3950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Anthropic / Groq API жеке инфрақұрылым қабатында - vendor lock-in минималды, миграция оңай.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3383280"/>
            <a:ext cx="5303520" cy="14173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3675888"/>
            <a:ext cx="822960" cy="8229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4439" y="3898087"/>
            <a:ext cx="378562" cy="3785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Масштабталу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543800" y="3950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API; жүктеме өскенде микросервистік архитектураға дейін кеңейтуге есептелген.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solidFill>
            <a:srgbClr val="141826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60120" y="5349240"/>
            <a:ext cx="640080" cy="6400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942" y="5522062"/>
            <a:ext cx="294437" cy="29443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83080" y="5212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ҚР ПІБ МТҚБ Инженерлік орталығының бас бағдарламашысы, техника ғылымдарының магистрі. ПО әзірлеудің толық циклін басқару тәжірибесі.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ШЫҒЫНДАР СМЕТАСЫ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Грант бюджеті — 3 000 000 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937760" cy="420624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ЖАЛПЫ БЮДЖЕТ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3 000 000 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6012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бағыт бойынша бөлінген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206240"/>
            <a:ext cx="716280" cy="5029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" y="4206240"/>
            <a:ext cx="859536" cy="502920"/>
          </a:xfrm>
          <a:prstGeom prst="rect">
            <a:avLst/>
          </a:prstGeom>
          <a:solidFill>
            <a:srgbClr val="5CD4EC"/>
          </a:solidFill>
          <a:ln/>
        </p:spPr>
      </p:sp>
      <p:sp>
        <p:nvSpPr>
          <p:cNvPr id="10" name="Shape 8"/>
          <p:cNvSpPr/>
          <p:nvPr/>
        </p:nvSpPr>
        <p:spPr>
          <a:xfrm>
            <a:off x="2535936" y="4206240"/>
            <a:ext cx="1002792" cy="502920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11" name="Shape 9"/>
          <p:cNvSpPr/>
          <p:nvPr/>
        </p:nvSpPr>
        <p:spPr>
          <a:xfrm>
            <a:off x="3538728" y="4206240"/>
            <a:ext cx="429768" cy="502920"/>
          </a:xfrm>
          <a:prstGeom prst="rect">
            <a:avLst/>
          </a:prstGeom>
          <a:solidFill>
            <a:srgbClr val="F79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4206240"/>
            <a:ext cx="573024" cy="502920"/>
          </a:xfrm>
          <a:prstGeom prst="rect">
            <a:avLst/>
          </a:prstGeom>
          <a:solidFill>
            <a:srgbClr val="B27C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41520" y="4206240"/>
            <a:ext cx="286512" cy="502920"/>
          </a:xfrm>
          <a:prstGeom prst="rect">
            <a:avLst/>
          </a:prstGeom>
          <a:solidFill>
            <a:srgbClr val="EF5A6A"/>
          </a:solidFill>
          <a:ln/>
        </p:spPr>
      </p:sp>
      <p:sp>
        <p:nvSpPr>
          <p:cNvPr id="14" name="Shape 12"/>
          <p:cNvSpPr/>
          <p:nvPr/>
        </p:nvSpPr>
        <p:spPr>
          <a:xfrm>
            <a:off x="4828032" y="4206240"/>
            <a:ext cx="429768" cy="502920"/>
          </a:xfrm>
          <a:prstGeom prst="rect">
            <a:avLst/>
          </a:prstGeom>
          <a:solidFill>
            <a:srgbClr val="5FD49A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206240"/>
            <a:ext cx="4297680" cy="502920"/>
          </a:xfrm>
          <a:prstGeom prst="rect">
            <a:avLst/>
          </a:prstGeom>
          <a:ln w="9525">
            <a:solidFill>
              <a:srgbClr val="2E34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Әзірлеу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API/лиц.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Инфрақұрылым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97880" y="1783080"/>
            <a:ext cx="164592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6199632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Бұлттық инфрақұрылым, хостинг, серверлер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500 000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2350008"/>
            <a:ext cx="164592" cy="457200"/>
          </a:xfrm>
          <a:prstGeom prst="rect">
            <a:avLst/>
          </a:prstGeom>
          <a:solidFill>
            <a:srgbClr val="5CD4EC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23500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Жазылымдар, лицензиялар, API-қызметтер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0" y="2350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600 000 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97880" y="2916936"/>
            <a:ext cx="164592" cy="457200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24" name="Text 22"/>
          <p:cNvSpPr/>
          <p:nvPr/>
        </p:nvSpPr>
        <p:spPr>
          <a:xfrm>
            <a:off x="6199632" y="29169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әзірлеу қызметтері (мердігерлік)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241280" y="2916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700 000 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97880" y="3483864"/>
            <a:ext cx="164592" cy="457200"/>
          </a:xfrm>
          <a:prstGeom prst="rect">
            <a:avLst/>
          </a:prstGeom>
          <a:solidFill>
            <a:srgbClr val="F7903A"/>
          </a:solidFill>
          <a:ln/>
        </p:spPr>
      </p:sp>
      <p:sp>
        <p:nvSpPr>
          <p:cNvPr id="27" name="Text 25"/>
          <p:cNvSpPr/>
          <p:nvPr/>
        </p:nvSpPr>
        <p:spPr>
          <a:xfrm>
            <a:off x="6199632" y="34838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интерфейс дизайны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41280" y="34838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4050792"/>
            <a:ext cx="164592" cy="457200"/>
          </a:xfrm>
          <a:prstGeom prst="rect">
            <a:avLst/>
          </a:prstGeom>
          <a:solidFill>
            <a:srgbClr val="B27CFF"/>
          </a:solidFill>
          <a:ln/>
        </p:spPr>
      </p:sp>
      <p:sp>
        <p:nvSpPr>
          <p:cNvPr id="30" name="Text 28"/>
          <p:cNvSpPr/>
          <p:nvPr/>
        </p:nvSpPr>
        <p:spPr>
          <a:xfrm>
            <a:off x="6199632" y="4050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 жылжыту, медиаконтент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241280" y="4050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400 000 ₸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97880" y="4617720"/>
            <a:ext cx="164592" cy="457200"/>
          </a:xfrm>
          <a:prstGeom prst="rect">
            <a:avLst/>
          </a:prstGeom>
          <a:solidFill>
            <a:srgbClr val="EF5A6A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4617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Заңды-ұйымдастырушылық сүйемелдеу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241280" y="4617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200 000 ₸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97880" y="5184648"/>
            <a:ext cx="164592" cy="457200"/>
          </a:xfrm>
          <a:prstGeom prst="rect">
            <a:avLst/>
          </a:prstGeom>
          <a:solidFill>
            <a:srgbClr val="5FD49A"/>
          </a:solidFill>
          <a:ln/>
        </p:spPr>
      </p:sp>
      <p:sp>
        <p:nvSpPr>
          <p:cNvPr id="36" name="Text 34"/>
          <p:cNvSpPr/>
          <p:nvPr/>
        </p:nvSpPr>
        <p:spPr>
          <a:xfrm>
            <a:off x="6199632" y="5184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Өзге (күтпеген) шығындар - резерв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41280" y="5184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897880" y="5769864"/>
            <a:ext cx="5715000" cy="0"/>
          </a:xfrm>
          <a:prstGeom prst="line">
            <a:avLst/>
          </a:prstGeom>
          <a:noFill/>
          <a:ln w="19050">
            <a:solidFill>
              <a:srgbClr val="E6B9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9632" y="58430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БАРЛЫҒЫ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058400" y="58430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6B9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3 000 000 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КАРТАСЫ ЖӘНЕ БОЛАШАҚ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MVP-ден ұлттық платформаға дейін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645920" y="2286000"/>
            <a:ext cx="8869680" cy="0"/>
          </a:xfrm>
          <a:prstGeom prst="line">
            <a:avLst/>
          </a:prstGeom>
          <a:noFill/>
          <a:ln w="25400">
            <a:solidFill>
              <a:srgbClr val="E6B9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22311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7" name="Shape 5"/>
          <p:cNvSpPr/>
          <p:nvPr/>
        </p:nvSpPr>
        <p:spPr>
          <a:xfrm>
            <a:off x="4547616" y="22311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8" name="Shape 6"/>
          <p:cNvSpPr/>
          <p:nvPr/>
        </p:nvSpPr>
        <p:spPr>
          <a:xfrm>
            <a:off x="7504176" y="22311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9" name="Shape 7"/>
          <p:cNvSpPr/>
          <p:nvPr/>
        </p:nvSpPr>
        <p:spPr>
          <a:xfrm>
            <a:off x="10460736" y="22311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2167128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1-кезең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Іргетас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Архитектура, ДҚ,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таймлайн ядросы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83608" y="2167128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5" name="Text 13"/>
          <p:cNvSpPr/>
          <p:nvPr/>
        </p:nvSpPr>
        <p:spPr>
          <a:xfrm>
            <a:off x="350520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2-кезең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0520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ЖИ-сұхбат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0520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интеграциясы,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агенттер контексі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40168" y="2167128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3-кезең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176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MVP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6176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мобильді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бейімдеу, тестілеу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396728" y="2167128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3" name="Text 21"/>
          <p:cNvSpPr/>
          <p:nvPr/>
        </p:nvSpPr>
        <p:spPr>
          <a:xfrm>
            <a:off x="941832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4-кезең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41832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Іске қосу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1832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алғашқы аудитория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206240"/>
            <a:ext cx="10908792" cy="10972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4434840"/>
            <a:ext cx="594360" cy="5943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7" y="4595317"/>
            <a:ext cx="273406" cy="27340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43434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Келесі маңызды қадам: Интерактивті тарихи карта</a:t>
            </a:r>
            <a:endParaRPr lang="en-US" sz="1650" dirty="0"/>
          </a:p>
        </p:txBody>
      </p:sp>
      <p:sp>
        <p:nvSpPr>
          <p:cNvPr id="30" name="Text 27"/>
          <p:cNvSpPr/>
          <p:nvPr/>
        </p:nvSpPr>
        <p:spPr>
          <a:xfrm>
            <a:off x="1691640" y="4754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Кеңістік пен уақыт синхроны. Таймлайндағы ползунокты жылжыту арқылы картадағы шекаралардың өзгеруін бақылау. Оқиғаны, оның орналасқан жерін және ЖИ-тұлғаның пікірін бір жүйеде біріктіру.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40080" y="5577840"/>
            <a:ext cx="10908792" cy="914400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32" name="Text 29"/>
          <p:cNvSpPr/>
          <p:nvPr/>
        </p:nvSpPr>
        <p:spPr>
          <a:xfrm>
            <a:off x="960120" y="5623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08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Тарихты жаттатпай, сүйдіретін платформа.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60120" y="6035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ұрпақты тәуелсіздік тарихымен жалғастырамыз.</a:t>
            </a:r>
            <a:endParaRPr lang="en-US" sz="14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5797296"/>
            <a:ext cx="256032" cy="256032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827532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bekasyl.kar@gmail.com</a:t>
            </a:r>
            <a:endParaRPr lang="en-US" sz="1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6163056"/>
            <a:ext cx="256032" cy="256032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275320" y="6126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github.com/bekarazhan/tarixi-timeline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Tarixi-Timeline - Тәуелсіздік ұрпақтары</dc:title>
  <dc:subject>PptxGenJS Presentation</dc:subject>
  <dc:creator>Bekassyl Karazhan</dc:creator>
  <cp:lastModifiedBy>Bekassyl Karazhan</cp:lastModifiedBy>
  <cp:revision>1</cp:revision>
  <dcterms:created xsi:type="dcterms:W3CDTF">2026-06-21T18:33:50Z</dcterms:created>
  <dcterms:modified xsi:type="dcterms:W3CDTF">2026-06-21T18:33:50Z</dcterms:modified>
</cp:coreProperties>
</file>