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6B94A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 мен әдебиетін зерттеуге арналған интерактивті білім беру платформасы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ҚР ПІБ МТҚБ Инженерлік орталығының бас бағдарламашысы, техника ғылымдарының магистрі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 мен әдебиетін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—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3911" y="2228759"/>
            <a:ext cx="260787" cy="260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911" y="37192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911" y="5209703"/>
            <a:ext cx="260787" cy="26078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Оқудан —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104" y="3297784"/>
            <a:ext cx="399593" cy="3995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3297784"/>
            <a:ext cx="399593" cy="3995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ИИ-чат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Үш қадамда —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408" y="2442728"/>
            <a:ext cx="344912" cy="344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Таймлайнды ашу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016" y="2442728"/>
            <a:ext cx="344912" cy="344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Тұлғамен сөйлесу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ИИ арқылы сұхбаттасады - нақты адаммен сөйлескендей.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4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624" y="2442728"/>
            <a:ext cx="344912" cy="3449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Терең түсіну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" y="1741932"/>
            <a:ext cx="6848856" cy="3888486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6B94A"/>
          </a:solidFill>
          <a:ln w="19050">
            <a:solidFill>
              <a:srgbClr val="F5F6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76972" y="2153412"/>
            <a:ext cx="2871216" cy="3527432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344513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772400" y="5749424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Объектіні таңдағанда фото, сипаттама және ИИ-чатты ашатын «Поговорить» батырмасы көрінеді.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Тарихи тұлғалармен ИИ-сұхбат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" y="1696212"/>
            <a:ext cx="3168396" cy="4197096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pic>
        <p:nvPicPr>
          <p:cNvPr id="5" name="Image 0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30861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961888"/>
            <a:ext cx="41833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Нақты экран — Әл-Фарабимен қазақша диалог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66260" y="1828800"/>
            <a:ext cx="715792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— платформаның басты ерекшелігі. Оқушы тарихи тұлғамен нақты адаммен сөйлескендей сұхбаттасады, бұл білімді есте сақтауды күшейтеді.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66260" y="324612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082" y="3418942"/>
            <a:ext cx="294437" cy="29443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34940" y="322783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Дәуірге дәйекті ИИ-агенттер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234940" y="361188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Әр тұлғаның мінезі, білімі мен дәуір контексі сақталады.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66260" y="420624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082" y="4379062"/>
            <a:ext cx="294437" cy="29443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34940" y="418795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Қазақ және орыс тілінде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234940" y="457200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Оқушының тіліне қарай табиғи түрде жауап береді.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366260" y="516636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082" y="5339182"/>
            <a:ext cx="294437" cy="29443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34940" y="5148072"/>
            <a:ext cx="62892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Белсенді коммуникация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234940" y="5532120"/>
            <a:ext cx="6289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Пассивті оқуға қарағанда ақпарат әлдеқайда жақсы бекиді.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975" y="2175815"/>
            <a:ext cx="357530" cy="3575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Оқушылар мен студенттер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әдебиетке қызығатын жастар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583" y="2175815"/>
            <a:ext cx="357530" cy="3575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Қосымша білім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81728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және әдебиет бойынша курстар, орталықтар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191" y="2175815"/>
            <a:ext cx="357530" cy="3575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Мұғалімдер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03336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1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41826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877" y="4641037"/>
            <a:ext cx="273406" cy="27340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2E3447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877" y="5555437"/>
            <a:ext cx="273406" cy="2734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2E3447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599" y="2297887"/>
            <a:ext cx="378562" cy="3785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Заманауи веб-технологиялар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297887"/>
            <a:ext cx="378562" cy="3785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Сенімді ДҚБЖ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дерекқормен инкапсуляцияланған.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599" y="3898087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интеграциясы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Groq API жеке инфрақұрылым қабатында - vendor lock-in минималды, миграция оңай.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4439" y="3898087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Масштабталу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141826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942" y="5522062"/>
            <a:ext cx="294437" cy="29443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ҚР ПІБ МТҚБ Инженерлік орталығының бас бағдарламашысы, техника ғылымдарының магистрі. ПО әзірлеудің толық циклін басқару тәжірибесі.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E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Грант бюджеті —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5CD4EC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F79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B27C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EF5A6A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5FD49A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2E34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5CD4EC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F7903A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B27C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EF5A6A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5FD49A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6B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6B9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6B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1-кезең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2-кезең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ИИ-чат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3-кезең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6B94A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B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4-кезең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181C28"/>
          </a:solidFill>
          <a:ln w="12700">
            <a:solidFill>
              <a:srgbClr val="2E344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E6B94A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7" y="4595317"/>
            <a:ext cx="273406" cy="27340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6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6C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ИИ-тұлғаның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6B94A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08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70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2026-06-21T17:02:14Z</dcterms:created>
  <dcterms:modified xsi:type="dcterms:W3CDTF">2026-06-21T17:02:14Z</dcterms:modified>
</cp:coreProperties>
</file>