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011680"/>
            <a:ext cx="5029200" cy="5029200"/>
          </a:xfrm>
          <a:prstGeom prst="ellipse">
            <a:avLst/>
          </a:prstGeom>
          <a:solidFill>
            <a:srgbClr val="1C7CA5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28655" y="4480560"/>
            <a:ext cx="2926080" cy="2926080"/>
          </a:xfrm>
          <a:prstGeom prst="ellipse">
            <a:avLst/>
          </a:prstGeom>
          <a:solidFill>
            <a:srgbClr val="E5B23C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ТӘУЕЛСІЗДІК ҰРПАҚТАРЫ · ГРАНТ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Tarixi-Timeline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Қазақстан тарихы мен әдебиетін зерттеуге арналған интерактивті білім беру платформасы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41248" y="4297680"/>
            <a:ext cx="5669280" cy="0"/>
          </a:xfrm>
          <a:prstGeom prst="line">
            <a:avLst/>
          </a:prstGeom>
          <a:noFill/>
          <a:ln w="25400">
            <a:solidFill>
              <a:srgbClr val="E5B2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9" name="Shape 7"/>
          <p:cNvSpPr/>
          <p:nvPr/>
        </p:nvSpPr>
        <p:spPr>
          <a:xfrm>
            <a:off x="1920240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0" name="Shape 8"/>
          <p:cNvSpPr/>
          <p:nvPr/>
        </p:nvSpPr>
        <p:spPr>
          <a:xfrm>
            <a:off x="3054096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1" name="Shape 9"/>
          <p:cNvSpPr/>
          <p:nvPr/>
        </p:nvSpPr>
        <p:spPr>
          <a:xfrm>
            <a:off x="4187952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2" name="Shape 10"/>
          <p:cNvSpPr/>
          <p:nvPr/>
        </p:nvSpPr>
        <p:spPr>
          <a:xfrm>
            <a:off x="5321808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3" name="Shape 11"/>
          <p:cNvSpPr/>
          <p:nvPr/>
        </p:nvSpPr>
        <p:spPr>
          <a:xfrm>
            <a:off x="6455664" y="424281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Бағыт:  </a:t>
            </a:r>
            <a:pPr indent="0" marL="0">
              <a:buNone/>
            </a:pPr>
            <a:r>
              <a:rPr lang="en-US" sz="15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Ақпараттық технологиялар (EdTech)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Грант сомасы:  </a:t>
            </a:r>
            <a:pPr indent="0" marL="0">
              <a:buNone/>
            </a:pPr>
            <a:r>
              <a:rPr lang="en-US" sz="15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3 000 000 теңге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FC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Bekassyl Karazhan · ҚР ПІБ МТҚБ Инженерлік орталығының бас бағдарламашысы, техника ғылымдарының магистрі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МӘСЕЛЕ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Тарих жаттауға айналды, түсінуге емес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532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Қазіргі мектептегі Қазақстан тарихы мен әдебиетін оқыту негізінен даталар мен фактілерді механикалық жаттауға бағытталған. Бұл пәнді үстірт қабылдауды қалыптастырады және оқушылардың қызығушылығын төмендетеді.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703320"/>
            <a:ext cx="5532120" cy="54864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86200"/>
            <a:ext cx="5532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Басты кемшілік - эмпатиялық байланыстың жоқтығы.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Оқушылар тарихи тұлғаларды мінезі мен дәуір контексі бар нақты адамдар ретінде емес, оқулықтағы дерексіз есімдер ретінде қабылдайды.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46520" y="1691640"/>
            <a:ext cx="5074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20840" y="2075688"/>
            <a:ext cx="566928" cy="56692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185416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98080" y="19476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Жаттау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498080" y="2404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белсенді ойлаудың орнына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46520" y="3182112"/>
            <a:ext cx="5074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20840" y="3566160"/>
            <a:ext cx="566928" cy="56692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3675888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0" y="34381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Төмен қызығушылық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98080" y="38953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ұлттық тарихқа деген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446520" y="4672584"/>
            <a:ext cx="5074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20840" y="5056632"/>
            <a:ext cx="566928" cy="56692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516636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98080" y="49286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Фрагментті білім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7498080" y="53858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жүйелі түсініктің орнына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ШЕШІМ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Оқудан - сұхбатқа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«Tarixi-Timeline» платформасы екі құралды біріктіреді және оқуды пассивті оқу режимінен белсенді коммуникация режиміне көшіреді.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53949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06040"/>
            <a:ext cx="5394960" cy="109728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3063240"/>
            <a:ext cx="868680" cy="86868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327355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4114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Интерактивті хронологиялық таймлайн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051560" y="4846320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оқиғаларды, даталар мен әдеби дәуірлерді көрнекі әрі құрылымды түрде ұсынады. Оқушы уақыт осінде еркін шарлап, тұлғалар мен оқиғалардың өзара байланысын көреді.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09360" y="2606040"/>
            <a:ext cx="53949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2606040"/>
            <a:ext cx="5394960" cy="109728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13" name="Shape 10"/>
          <p:cNvSpPr/>
          <p:nvPr/>
        </p:nvSpPr>
        <p:spPr>
          <a:xfrm>
            <a:off x="6720840" y="3063240"/>
            <a:ext cx="868680" cy="86868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52" y="3273552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720840" y="4114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Тарихи тұлғалармен ИИ-чат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6720840" y="4846320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Генеративті тіл модельдері (LLM) негізінде Қазақстанның тарихи тұлғаларының виртуалды бейнелерімен тірі диалог. Әр агент дәуірге сай мінез бен дәйектілікке ие.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ӨНІМ · ҚАЛАЙ ЖҰМЫС ІСТЕЙДІ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Үш қадамда - тарихпен жанды байланыс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204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B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3108960" y="2240280"/>
            <a:ext cx="749808" cy="74980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2696" y="2414016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063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Таймлайнды ашу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36576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Оқушы дәуірді немесе оқиғаны таңдайды. Даталар, тұлғалар мен әдеби кезеңдер бір көрнекі осьте.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61688" y="1920240"/>
            <a:ext cx="35204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36008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B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Shape 9"/>
          <p:cNvSpPr/>
          <p:nvPr/>
        </p:nvSpPr>
        <p:spPr>
          <a:xfrm>
            <a:off x="6830568" y="2240280"/>
            <a:ext cx="749808" cy="74980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304" y="2414016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36008" y="3063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Тұлғамен сөйлесу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36008" y="36576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Әл-Фараби, Абай немесе хан-билермен ИИ арқылы сұхбаттасады - нақты адаммен сөйлескендей.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83296" y="1920240"/>
            <a:ext cx="35204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357616" y="2103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6B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8" name="Shape 14"/>
          <p:cNvSpPr/>
          <p:nvPr/>
        </p:nvSpPr>
        <p:spPr>
          <a:xfrm>
            <a:off x="10552176" y="2240280"/>
            <a:ext cx="749808" cy="749808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912" y="2414016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57616" y="3063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Терең түсіну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357616" y="36576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Эмоциялық тартылыс білімді есте сақтауды арттырады, тарихи ойлауды қалыптастырады.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868680" y="5943600"/>
            <a:ext cx="10424160" cy="0"/>
          </a:xfrm>
          <a:prstGeom prst="line">
            <a:avLst/>
          </a:prstGeom>
          <a:noFill/>
          <a:ln w="25400">
            <a:solidFill>
              <a:srgbClr val="C9962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381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4" name="Shape 19"/>
          <p:cNvSpPr/>
          <p:nvPr/>
        </p:nvSpPr>
        <p:spPr>
          <a:xfrm>
            <a:off x="255117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5" name="Shape 20"/>
          <p:cNvSpPr/>
          <p:nvPr/>
        </p:nvSpPr>
        <p:spPr>
          <a:xfrm>
            <a:off x="428853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6" name="Shape 21"/>
          <p:cNvSpPr/>
          <p:nvPr/>
        </p:nvSpPr>
        <p:spPr>
          <a:xfrm>
            <a:off x="602589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7" name="Shape 22"/>
          <p:cNvSpPr/>
          <p:nvPr/>
        </p:nvSpPr>
        <p:spPr>
          <a:xfrm>
            <a:off x="776325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8" name="Shape 23"/>
          <p:cNvSpPr/>
          <p:nvPr/>
        </p:nvSpPr>
        <p:spPr>
          <a:xfrm>
            <a:off x="950061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29" name="Shape 24"/>
          <p:cNvSpPr/>
          <p:nvPr/>
        </p:nvSpPr>
        <p:spPr>
          <a:xfrm>
            <a:off x="11237976" y="5888736"/>
            <a:ext cx="109728" cy="109728"/>
          </a:xfrm>
          <a:prstGeom prst="ellipse">
            <a:avLst/>
          </a:prstGeom>
          <a:solidFill>
            <a:srgbClr val="C9962B"/>
          </a:solidFill>
          <a:ln/>
        </p:spPr>
      </p:sp>
      <p:sp>
        <p:nvSpPr>
          <p:cNvPr id="30" name="Text 25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Таймлайн және детальді ақпарат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746504"/>
            <a:ext cx="6839712" cy="387934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Users/bekas/Developer/tarixi-timeline/grant-presentation/scree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6766560" cy="380619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3530727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35307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529584" y="2274684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29584" y="22746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47565" y="3264294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47565" y="32642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867912" y="5167389"/>
            <a:ext cx="310896" cy="310896"/>
          </a:xfrm>
          <a:prstGeom prst="ellipse">
            <a:avLst/>
          </a:prstGeom>
          <a:solidFill>
            <a:srgbClr val="E5B2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51673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58368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9264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Сүзгілер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2359152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18" name="Text 15"/>
          <p:cNvSpPr/>
          <p:nvPr/>
        </p:nvSpPr>
        <p:spPr>
          <a:xfrm>
            <a:off x="2359152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670048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Дәуірлер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059936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21" name="Text 18"/>
          <p:cNvSpPr/>
          <p:nvPr/>
        </p:nvSpPr>
        <p:spPr>
          <a:xfrm>
            <a:off x="4059936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370832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Тұлғалар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760720" y="5797296"/>
            <a:ext cx="237744" cy="237744"/>
          </a:xfrm>
          <a:prstGeom prst="ellipse">
            <a:avLst/>
          </a:prstGeom>
          <a:solidFill>
            <a:srgbClr val="0B3D54"/>
          </a:solidFill>
          <a:ln/>
        </p:spPr>
      </p:sp>
      <p:sp>
        <p:nvSpPr>
          <p:cNvPr id="24" name="Text 21"/>
          <p:cNvSpPr/>
          <p:nvPr/>
        </p:nvSpPr>
        <p:spPr>
          <a:xfrm>
            <a:off x="5760720" y="5797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071616" y="57607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Миникарта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777240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ДЕТАЛЬДІ ПАНЕЛЬ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781544" y="2157984"/>
            <a:ext cx="2862072" cy="425653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28" name="Image 1" descr="/Users/bekas/Developer/tarixi-timeline/grant-presentation/crop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194560"/>
            <a:ext cx="2788920" cy="418338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818120" y="651510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Детальді ақпаратта ИИ-чатты ашатын арнайы батырма орналасқан.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· ИННОВАЦИЯ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Тарихи тұлғалармен ИИ-сұхбат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1746504"/>
            <a:ext cx="6291072" cy="357073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Users/bekas/Developer/tarixi-timeline/grant-presentation/screen-chat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6217920" cy="34975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721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Толық экран режиміндегі чат интерфейсі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278624" y="1746504"/>
            <a:ext cx="4187952" cy="4187952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Users/bekas/Developer/tarixi-timeline/grant-presentation/chat-mod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783080"/>
            <a:ext cx="4114800" cy="4114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0" y="61722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Эмпатиялық терең ену - платформаның басты ерекшелігі. Оқушылар тұлғамен нақты адаммен сөйлескендей әңгімелеседі.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МАҚСАТТЫ АУДИТОРИЯ ЖӘНЕ ӘЛЕУМЕТТІК МАҢЫЗДЫЛЫҚ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«Тәуелсіздік ұрпақтары» миссиясымен үндес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20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777240" cy="77724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488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Оқушылар мен студенттер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60120" y="3154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 пен әдебиетке қызығатын жастар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61688" y="1737360"/>
            <a:ext cx="3520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81728" y="1965960"/>
            <a:ext cx="777240" cy="77724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21488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81728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Қосымша білім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681728" y="3154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 және әдебиет бойынша курстар, орталықтар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03336" y="1965960"/>
            <a:ext cx="777240" cy="77724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216" y="214884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Мұғалімдер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403336" y="3154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Сабақты қызықты өткізудің цифрлық құралы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4114800"/>
            <a:ext cx="10881360" cy="2011680"/>
          </a:xfrm>
          <a:prstGeom prst="rect">
            <a:avLst/>
          </a:prstGeom>
          <a:solidFill>
            <a:srgbClr val="1C7CA5">
              <a:alpha val="70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914400" y="4480560"/>
            <a:ext cx="594360" cy="5943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4608576"/>
            <a:ext cx="338328" cy="33832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37360" y="44165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Азаматтық бірегейлік</a:t>
            </a:r>
            <a:endParaRPr lang="en-US" sz="1650" dirty="0"/>
          </a:p>
        </p:txBody>
      </p:sp>
      <p:sp>
        <p:nvSpPr>
          <p:cNvPr id="23" name="Shape 17"/>
          <p:cNvSpPr/>
          <p:nvPr/>
        </p:nvSpPr>
        <p:spPr>
          <a:xfrm>
            <a:off x="4389120" y="4498848"/>
            <a:ext cx="0" cy="548640"/>
          </a:xfrm>
          <a:prstGeom prst="line">
            <a:avLst/>
          </a:prstGeom>
          <a:noFill/>
          <a:ln w="12700">
            <a:solidFill>
              <a:srgbClr val="D9D0BE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572000" y="441655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тұлғалармен эмпатиялық байланыс азаматтық сана-сезімді қалыптастырады.</a:t>
            </a:r>
            <a:endParaRPr lang="en-US" sz="1450" dirty="0"/>
          </a:p>
        </p:txBody>
      </p:sp>
      <p:sp>
        <p:nvSpPr>
          <p:cNvPr id="25" name="Shape 19"/>
          <p:cNvSpPr/>
          <p:nvPr/>
        </p:nvSpPr>
        <p:spPr>
          <a:xfrm>
            <a:off x="914400" y="5394960"/>
            <a:ext cx="594360" cy="5943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5522976"/>
            <a:ext cx="338328" cy="33832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37360" y="533095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Мәдени сабақтастық</a:t>
            </a:r>
            <a:endParaRPr lang="en-US" sz="1650" dirty="0"/>
          </a:p>
        </p:txBody>
      </p:sp>
      <p:sp>
        <p:nvSpPr>
          <p:cNvPr id="28" name="Shape 21"/>
          <p:cNvSpPr/>
          <p:nvPr/>
        </p:nvSpPr>
        <p:spPr>
          <a:xfrm>
            <a:off x="4389120" y="5413248"/>
            <a:ext cx="0" cy="548640"/>
          </a:xfrm>
          <a:prstGeom prst="line">
            <a:avLst/>
          </a:prstGeom>
          <a:noFill/>
          <a:ln w="12700">
            <a:solidFill>
              <a:srgbClr val="D9D0BE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4572000" y="533095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Тәуелсіздік ұрпағын ұлттық құндылықтар мен тарихи жадпен жалғастырады.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ТЕХНИКАЛЫҚ ІСКЕ АСЫРУ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Сенімді инженерлік негіз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756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67712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19659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Заманауи веб-технологиялар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965960" y="23500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және SOLID принциптері. MVP үшін домендік бөлінісі бар модульді монолит.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0756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2267712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19659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Сенімді ДҚБЖ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543800" y="23500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Тарихи деректермен жұмыстың домендік логикасы реляциялық дерекқормен инкапсуляцияланған.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33832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36758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3867912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3566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интеграциясы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965960" y="39502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/ Anthropic / Groq API жеке инфрақұрылым қабатында - vendor lock-in минималды, миграция оңай.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17920" y="33832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0B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3675888"/>
            <a:ext cx="822960" cy="8229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3867912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3566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Масштабталу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543800" y="395020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API; жүктеме өскенде микросервистік архитектураға дейін кеңейтуге есептелген.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solidFill>
            <a:srgbClr val="0B3D54"/>
          </a:solidFill>
          <a:ln/>
        </p:spPr>
      </p:sp>
      <p:sp>
        <p:nvSpPr>
          <p:cNvPr id="25" name="Shape 19"/>
          <p:cNvSpPr/>
          <p:nvPr/>
        </p:nvSpPr>
        <p:spPr>
          <a:xfrm>
            <a:off x="960120" y="5349240"/>
            <a:ext cx="640080" cy="640080"/>
          </a:xfrm>
          <a:prstGeom prst="ellipse">
            <a:avLst/>
          </a:prstGeom>
          <a:solidFill>
            <a:srgbClr val="E5B23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6424" y="5495544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783080" y="52120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ҚР ПІБ МТҚБ Инженерлік орталығының бас бағдарламашысы, техника ғылымдарының магистрі. ПО әзірлеудің толық циклін басқару тәжірибесі.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ШЫҒЫНДАР СМЕТАСЫ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Грант бюджеті - 3 000 000 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937760" cy="4206240"/>
          </a:xfrm>
          <a:prstGeom prst="rect">
            <a:avLst/>
          </a:prstGeom>
          <a:solidFill>
            <a:srgbClr val="0B3D5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ЖАЛПЫ БЮДЖЕТ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3 000 000 ₸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60120" y="3566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бағыт бойынша бөлінген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4206240"/>
            <a:ext cx="716280" cy="502920"/>
          </a:xfrm>
          <a:prstGeom prst="rect">
            <a:avLst/>
          </a:prstGeom>
          <a:solidFill>
            <a:srgbClr val="0B3D54"/>
          </a:solidFill>
          <a:ln/>
        </p:spPr>
      </p:sp>
      <p:sp>
        <p:nvSpPr>
          <p:cNvPr id="9" name="Shape 7"/>
          <p:cNvSpPr/>
          <p:nvPr/>
        </p:nvSpPr>
        <p:spPr>
          <a:xfrm>
            <a:off x="1676400" y="4206240"/>
            <a:ext cx="859536" cy="502920"/>
          </a:xfrm>
          <a:prstGeom prst="rect">
            <a:avLst/>
          </a:prstGeom>
          <a:solidFill>
            <a:srgbClr val="1C7CA5"/>
          </a:solidFill>
          <a:ln/>
        </p:spPr>
      </p:sp>
      <p:sp>
        <p:nvSpPr>
          <p:cNvPr id="10" name="Shape 8"/>
          <p:cNvSpPr/>
          <p:nvPr/>
        </p:nvSpPr>
        <p:spPr>
          <a:xfrm>
            <a:off x="2535936" y="4206240"/>
            <a:ext cx="1002792" cy="502920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11" name="Shape 9"/>
          <p:cNvSpPr/>
          <p:nvPr/>
        </p:nvSpPr>
        <p:spPr>
          <a:xfrm>
            <a:off x="3538728" y="4206240"/>
            <a:ext cx="429768" cy="502920"/>
          </a:xfrm>
          <a:prstGeom prst="rect">
            <a:avLst/>
          </a:prstGeom>
          <a:solidFill>
            <a:srgbClr val="C9962B"/>
          </a:solidFill>
          <a:ln/>
        </p:spPr>
      </p:sp>
      <p:sp>
        <p:nvSpPr>
          <p:cNvPr id="12" name="Shape 10"/>
          <p:cNvSpPr/>
          <p:nvPr/>
        </p:nvSpPr>
        <p:spPr>
          <a:xfrm>
            <a:off x="3968496" y="4206240"/>
            <a:ext cx="573024" cy="502920"/>
          </a:xfrm>
          <a:prstGeom prst="rect">
            <a:avLst/>
          </a:prstGeom>
          <a:solidFill>
            <a:srgbClr val="5E8C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541520" y="4206240"/>
            <a:ext cx="286512" cy="502920"/>
          </a:xfrm>
          <a:prstGeom prst="rect">
            <a:avLst/>
          </a:prstGeom>
          <a:solidFill>
            <a:srgbClr val="8FB3C4"/>
          </a:solidFill>
          <a:ln/>
        </p:spPr>
      </p:sp>
      <p:sp>
        <p:nvSpPr>
          <p:cNvPr id="14" name="Shape 12"/>
          <p:cNvSpPr/>
          <p:nvPr/>
        </p:nvSpPr>
        <p:spPr>
          <a:xfrm>
            <a:off x="4828032" y="4206240"/>
            <a:ext cx="429768" cy="502920"/>
          </a:xfrm>
          <a:prstGeom prst="rect">
            <a:avLst/>
          </a:prstGeom>
          <a:solidFill>
            <a:srgbClr val="A874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206240"/>
            <a:ext cx="4297680" cy="502920"/>
          </a:xfrm>
          <a:prstGeom prst="rect">
            <a:avLst/>
          </a:prstGeom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937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Әзірлеу 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API/лиц.  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Инфрақұрылым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97880" y="1783080"/>
            <a:ext cx="164592" cy="457200"/>
          </a:xfrm>
          <a:prstGeom prst="rect">
            <a:avLst/>
          </a:prstGeom>
          <a:solidFill>
            <a:srgbClr val="0B3D54"/>
          </a:solidFill>
          <a:ln/>
        </p:spPr>
      </p:sp>
      <p:sp>
        <p:nvSpPr>
          <p:cNvPr id="18" name="Text 16"/>
          <p:cNvSpPr/>
          <p:nvPr/>
        </p:nvSpPr>
        <p:spPr>
          <a:xfrm>
            <a:off x="6199632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Бұлттық инфрақұрылым, хостинг, серверлер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500 000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97880" y="2350008"/>
            <a:ext cx="164592" cy="457200"/>
          </a:xfrm>
          <a:prstGeom prst="rect">
            <a:avLst/>
          </a:prstGeom>
          <a:solidFill>
            <a:srgbClr val="1C7CA5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23500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Жазылымдар, лицензиялар, API-қызметтер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0" y="23500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600 000 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97880" y="2916936"/>
            <a:ext cx="164592" cy="457200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24" name="Text 22"/>
          <p:cNvSpPr/>
          <p:nvPr/>
        </p:nvSpPr>
        <p:spPr>
          <a:xfrm>
            <a:off x="6199632" y="29169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әзірлеу қызметтері (мердігерлік)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241280" y="29169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700 000 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97880" y="3483864"/>
            <a:ext cx="164592" cy="457200"/>
          </a:xfrm>
          <a:prstGeom prst="rect">
            <a:avLst/>
          </a:prstGeom>
          <a:solidFill>
            <a:srgbClr val="C9962B"/>
          </a:solidFill>
          <a:ln/>
        </p:spPr>
      </p:sp>
      <p:sp>
        <p:nvSpPr>
          <p:cNvPr id="27" name="Text 25"/>
          <p:cNvSpPr/>
          <p:nvPr/>
        </p:nvSpPr>
        <p:spPr>
          <a:xfrm>
            <a:off x="6199632" y="348386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интерфейс дизайны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241280" y="34838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300 000 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4050792"/>
            <a:ext cx="164592" cy="457200"/>
          </a:xfrm>
          <a:prstGeom prst="rect">
            <a:avLst/>
          </a:prstGeom>
          <a:solidFill>
            <a:srgbClr val="5E8CA0"/>
          </a:solidFill>
          <a:ln/>
        </p:spPr>
      </p:sp>
      <p:sp>
        <p:nvSpPr>
          <p:cNvPr id="30" name="Text 28"/>
          <p:cNvSpPr/>
          <p:nvPr/>
        </p:nvSpPr>
        <p:spPr>
          <a:xfrm>
            <a:off x="6199632" y="40507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Маркетинг, жылжыту, медиаконтент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241280" y="40507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400 000 ₸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97880" y="4617720"/>
            <a:ext cx="164592" cy="457200"/>
          </a:xfrm>
          <a:prstGeom prst="rect">
            <a:avLst/>
          </a:prstGeom>
          <a:solidFill>
            <a:srgbClr val="8FB3C4"/>
          </a:solidFill>
          <a:ln/>
        </p:spPr>
      </p:sp>
      <p:sp>
        <p:nvSpPr>
          <p:cNvPr id="33" name="Text 31"/>
          <p:cNvSpPr/>
          <p:nvPr/>
        </p:nvSpPr>
        <p:spPr>
          <a:xfrm>
            <a:off x="6199632" y="46177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Заңды-ұйымдастырушылық сүйемелдеу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241280" y="4617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200 000 ₸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97880" y="5184648"/>
            <a:ext cx="164592" cy="457200"/>
          </a:xfrm>
          <a:prstGeom prst="rect">
            <a:avLst/>
          </a:prstGeom>
          <a:solidFill>
            <a:srgbClr val="A8742E"/>
          </a:solidFill>
          <a:ln/>
        </p:spPr>
      </p:sp>
      <p:sp>
        <p:nvSpPr>
          <p:cNvPr id="36" name="Text 34"/>
          <p:cNvSpPr/>
          <p:nvPr/>
        </p:nvSpPr>
        <p:spPr>
          <a:xfrm>
            <a:off x="6199632" y="51846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Өзге (күтпеген) шығындар - резерв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41280" y="51846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300 000 ₸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897880" y="5769864"/>
            <a:ext cx="5715000" cy="0"/>
          </a:xfrm>
          <a:prstGeom prst="line">
            <a:avLst/>
          </a:prstGeom>
          <a:noFill/>
          <a:ln w="19050">
            <a:solidFill>
              <a:srgbClr val="E5B2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99632" y="58430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БАРЛЫҒЫ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058400" y="58430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996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3 000 000 ₸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728655" y="6355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Tarixi-Timeline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029200" cy="5029200"/>
          </a:xfrm>
          <a:prstGeom prst="ellipse">
            <a:avLst/>
          </a:prstGeom>
          <a:solidFill>
            <a:srgbClr val="1C7CA5">
              <a:alpha val="3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ЖОЛ КАРТАСЫ ЖӘНЕ БОЛАШАҚ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MVP-ден ұлттық платформаға дейін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645920" y="2286000"/>
            <a:ext cx="8869680" cy="0"/>
          </a:xfrm>
          <a:prstGeom prst="line">
            <a:avLst/>
          </a:prstGeom>
          <a:noFill/>
          <a:ln w="25400">
            <a:solidFill>
              <a:srgbClr val="E5B2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9105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7" name="Shape 5"/>
          <p:cNvSpPr/>
          <p:nvPr/>
        </p:nvSpPr>
        <p:spPr>
          <a:xfrm>
            <a:off x="454761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8" name="Shape 6"/>
          <p:cNvSpPr/>
          <p:nvPr/>
        </p:nvSpPr>
        <p:spPr>
          <a:xfrm>
            <a:off x="750417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9" name="Shape 7"/>
          <p:cNvSpPr/>
          <p:nvPr/>
        </p:nvSpPr>
        <p:spPr>
          <a:xfrm>
            <a:off x="10460736" y="2231136"/>
            <a:ext cx="109728" cy="109728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0" name="Shape 8"/>
          <p:cNvSpPr/>
          <p:nvPr/>
        </p:nvSpPr>
        <p:spPr>
          <a:xfrm>
            <a:off x="152704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1-кезең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Іргетас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Архитектура, ДҚ,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таймлайн ядросы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8360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5" name="Text 13"/>
          <p:cNvSpPr/>
          <p:nvPr/>
        </p:nvSpPr>
        <p:spPr>
          <a:xfrm>
            <a:off x="350520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2-кезең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0520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ИИ-чат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0520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интеграциясы,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агенттер контексі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44016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19" name="Text 17"/>
          <p:cNvSpPr/>
          <p:nvPr/>
        </p:nvSpPr>
        <p:spPr>
          <a:xfrm>
            <a:off x="646176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3-кезең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6176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6176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UI/UX, мобильді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бейімдеу, тестілеу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396728" y="2167128"/>
            <a:ext cx="237744" cy="237744"/>
          </a:xfrm>
          <a:prstGeom prst="ellipse">
            <a:avLst/>
          </a:prstGeom>
          <a:solidFill>
            <a:srgbClr val="E5B23C"/>
          </a:solidFill>
          <a:ln/>
        </p:spPr>
      </p:sp>
      <p:sp>
        <p:nvSpPr>
          <p:cNvPr id="23" name="Text 21"/>
          <p:cNvSpPr/>
          <p:nvPr/>
        </p:nvSpPr>
        <p:spPr>
          <a:xfrm>
            <a:off x="9418320" y="2514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4-кезең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41832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Іске қосу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18320" y="32186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Маркетинг,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6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алғашқы аудитория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4206240"/>
            <a:ext cx="10908792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68680" y="4434840"/>
            <a:ext cx="594360" cy="594360"/>
          </a:xfrm>
          <a:prstGeom prst="ellipse">
            <a:avLst/>
          </a:prstGeom>
          <a:solidFill>
            <a:srgbClr val="0B3D54"/>
          </a:solidFill>
          <a:ln/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4562856"/>
            <a:ext cx="338328" cy="338328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4343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Келесі маңызды қадам: Интерактивті тарихи карта</a:t>
            </a:r>
            <a:endParaRPr lang="en-US" sz="1650" dirty="0"/>
          </a:p>
        </p:txBody>
      </p:sp>
      <p:sp>
        <p:nvSpPr>
          <p:cNvPr id="30" name="Text 27"/>
          <p:cNvSpPr/>
          <p:nvPr/>
        </p:nvSpPr>
        <p:spPr>
          <a:xfrm>
            <a:off x="1691640" y="4754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Кеңістік пен уақыт синхроны. Таймлайндағы ползунокты жылжыту арқылы картадағы шекаралардың өзгеруін бақылау. Оқиғаны, оның орналасқан жерін және ИИ-тұлғаның пікірін бір жүйеде біріктіру.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40080" y="5577840"/>
            <a:ext cx="10908792" cy="914400"/>
          </a:xfrm>
          <a:prstGeom prst="rect">
            <a:avLst/>
          </a:prstGeom>
          <a:solidFill>
            <a:srgbClr val="E5B23C"/>
          </a:solidFill>
          <a:ln/>
        </p:spPr>
      </p:sp>
      <p:sp>
        <p:nvSpPr>
          <p:cNvPr id="32" name="Text 29"/>
          <p:cNvSpPr/>
          <p:nvPr/>
        </p:nvSpPr>
        <p:spPr>
          <a:xfrm>
            <a:off x="960120" y="5623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Тарихты жаттатпай, сүйдіретін платформа.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960120" y="6035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Жаңа ұрпақты тәуелсіздік тарихымен жалғастырамыз.</a:t>
            </a:r>
            <a:endParaRPr lang="en-US" sz="14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5797296"/>
            <a:ext cx="256032" cy="256032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8275320" y="5760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bekasyl.kar@gmail.com</a:t>
            </a:r>
            <a:endParaRPr lang="en-US" sz="12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6163056"/>
            <a:ext cx="256032" cy="256032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8275320" y="6126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github.com/bekarazhan/tarixi-timeline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Tarixi-Timeline - Тәуелсіздік ұрпақтары</dc:title>
  <dc:subject>PptxGenJS Presentation</dc:subject>
  <dc:creator>Bekassyl Karazhan</dc:creator>
  <cp:lastModifiedBy>Bekassyl Karazhan</cp:lastModifiedBy>
  <cp:revision>1</cp:revision>
  <dcterms:created xsi:type="dcterms:W3CDTF">2026-06-21T15:53:04Z</dcterms:created>
  <dcterms:modified xsi:type="dcterms:W3CDTF">2026-06-21T15:53:04Z</dcterms:modified>
</cp:coreProperties>
</file>